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sldIdLst>
    <p:sldId id="256" r:id="rId2"/>
    <p:sldId id="257" r:id="rId3"/>
    <p:sldId id="258" r:id="rId4"/>
    <p:sldId id="259" r:id="rId5"/>
    <p:sldId id="260" r:id="rId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72" d="100"/>
          <a:sy n="72" d="100"/>
        </p:scale>
        <p:origin x="660"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0109391-44E0-4CB7-BB4A-3DC92FD94A18}" type="datetimeFigureOut">
              <a:rPr lang="en-IN" smtClean="0"/>
              <a:t>25-11-2025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1AF6734-77E8-4547-BCE3-985392C1ADD6}" type="slidenum">
              <a:rPr lang="en-IN" smtClean="0"/>
              <a:t>‹#›</a:t>
            </a:fld>
            <a:endParaRPr lang="en-IN"/>
          </a:p>
        </p:txBody>
      </p:sp>
    </p:spTree>
    <p:extLst>
      <p:ext uri="{BB962C8B-B14F-4D97-AF65-F5344CB8AC3E}">
        <p14:creationId xmlns:p14="http://schemas.microsoft.com/office/powerpoint/2010/main" val="152512275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0109391-44E0-4CB7-BB4A-3DC92FD94A18}" type="datetimeFigureOut">
              <a:rPr lang="en-IN" smtClean="0"/>
              <a:t>25-11-2025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1AF6734-77E8-4547-BCE3-985392C1ADD6}" type="slidenum">
              <a:rPr lang="en-IN" smtClean="0"/>
              <a:t>‹#›</a:t>
            </a:fld>
            <a:endParaRPr lang="en-IN"/>
          </a:p>
        </p:txBody>
      </p:sp>
    </p:spTree>
    <p:extLst>
      <p:ext uri="{BB962C8B-B14F-4D97-AF65-F5344CB8AC3E}">
        <p14:creationId xmlns:p14="http://schemas.microsoft.com/office/powerpoint/2010/main" val="123206418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80109391-44E0-4CB7-BB4A-3DC92FD94A18}" type="datetimeFigureOut">
              <a:rPr lang="en-IN" smtClean="0"/>
              <a:t>25-11-2025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1AF6734-77E8-4547-BCE3-985392C1ADD6}" type="slidenum">
              <a:rPr lang="en-IN" smtClean="0"/>
              <a:t>‹#›</a:t>
            </a:fld>
            <a:endParaRPr lang="en-IN"/>
          </a:p>
        </p:txBody>
      </p:sp>
    </p:spTree>
    <p:extLst>
      <p:ext uri="{BB962C8B-B14F-4D97-AF65-F5344CB8AC3E}">
        <p14:creationId xmlns:p14="http://schemas.microsoft.com/office/powerpoint/2010/main" val="163892037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0109391-44E0-4CB7-BB4A-3DC92FD94A18}" type="datetimeFigureOut">
              <a:rPr lang="en-IN" smtClean="0"/>
              <a:t>25-11-2025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01AF6734-77E8-4547-BCE3-985392C1ADD6}" type="slidenum">
              <a:rPr lang="en-IN" smtClean="0"/>
              <a:t>‹#›</a:t>
            </a:fld>
            <a:endParaRPr lang="en-IN"/>
          </a:p>
        </p:txBody>
      </p:sp>
    </p:spTree>
    <p:extLst>
      <p:ext uri="{BB962C8B-B14F-4D97-AF65-F5344CB8AC3E}">
        <p14:creationId xmlns:p14="http://schemas.microsoft.com/office/powerpoint/2010/main" val="305866495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0109391-44E0-4CB7-BB4A-3DC92FD94A18}" type="datetimeFigureOut">
              <a:rPr lang="en-IN" smtClean="0"/>
              <a:t>25-11-2025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01AF6734-77E8-4547-BCE3-985392C1ADD6}" type="slidenum">
              <a:rPr lang="en-IN" smtClean="0"/>
              <a:t>‹#›</a:t>
            </a:fld>
            <a:endParaRPr lang="en-IN"/>
          </a:p>
        </p:txBody>
      </p:sp>
    </p:spTree>
    <p:extLst>
      <p:ext uri="{BB962C8B-B14F-4D97-AF65-F5344CB8AC3E}">
        <p14:creationId xmlns:p14="http://schemas.microsoft.com/office/powerpoint/2010/main" val="107925596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0109391-44E0-4CB7-BB4A-3DC92FD94A18}" type="datetimeFigureOut">
              <a:rPr lang="en-IN" smtClean="0"/>
              <a:t>25-11-2025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01AF6734-77E8-4547-BCE3-985392C1ADD6}" type="slidenum">
              <a:rPr lang="en-IN" smtClean="0"/>
              <a:t>‹#›</a:t>
            </a:fld>
            <a:endParaRPr lang="en-IN"/>
          </a:p>
        </p:txBody>
      </p:sp>
    </p:spTree>
    <p:extLst>
      <p:ext uri="{BB962C8B-B14F-4D97-AF65-F5344CB8AC3E}">
        <p14:creationId xmlns:p14="http://schemas.microsoft.com/office/powerpoint/2010/main" val="140645013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0109391-44E0-4CB7-BB4A-3DC92FD94A18}" type="datetimeFigureOut">
              <a:rPr lang="en-IN" smtClean="0"/>
              <a:t>25-11-2025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01AF6734-77E8-4547-BCE3-985392C1ADD6}" type="slidenum">
              <a:rPr lang="en-IN" smtClean="0"/>
              <a:t>‹#›</a:t>
            </a:fld>
            <a:endParaRPr lang="en-IN"/>
          </a:p>
        </p:txBody>
      </p:sp>
    </p:spTree>
    <p:extLst>
      <p:ext uri="{BB962C8B-B14F-4D97-AF65-F5344CB8AC3E}">
        <p14:creationId xmlns:p14="http://schemas.microsoft.com/office/powerpoint/2010/main" val="60254507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80109391-44E0-4CB7-BB4A-3DC92FD94A18}" type="datetimeFigureOut">
              <a:rPr lang="en-IN" smtClean="0"/>
              <a:t>25-11-2025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01AF6734-77E8-4547-BCE3-985392C1ADD6}" type="slidenum">
              <a:rPr lang="en-IN" smtClean="0"/>
              <a:t>‹#›</a:t>
            </a:fld>
            <a:endParaRPr lang="en-IN"/>
          </a:p>
        </p:txBody>
      </p:sp>
    </p:spTree>
    <p:extLst>
      <p:ext uri="{BB962C8B-B14F-4D97-AF65-F5344CB8AC3E}">
        <p14:creationId xmlns:p14="http://schemas.microsoft.com/office/powerpoint/2010/main" val="18377360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80109391-44E0-4CB7-BB4A-3DC92FD94A18}" type="datetimeFigureOut">
              <a:rPr lang="en-IN" smtClean="0"/>
              <a:t>25-11-2025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01AF6734-77E8-4547-BCE3-985392C1ADD6}" type="slidenum">
              <a:rPr lang="en-IN" smtClean="0"/>
              <a:t>‹#›</a:t>
            </a:fld>
            <a:endParaRPr lang="en-IN"/>
          </a:p>
        </p:txBody>
      </p:sp>
    </p:spTree>
    <p:extLst>
      <p:ext uri="{BB962C8B-B14F-4D97-AF65-F5344CB8AC3E}">
        <p14:creationId xmlns:p14="http://schemas.microsoft.com/office/powerpoint/2010/main" val="131950546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80109391-44E0-4CB7-BB4A-3DC92FD94A18}" type="datetimeFigureOut">
              <a:rPr lang="en-IN" smtClean="0"/>
              <a:t>25-11-2025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1AF6734-77E8-4547-BCE3-985392C1ADD6}" type="slidenum">
              <a:rPr lang="en-IN" smtClean="0"/>
              <a:t>‹#›</a:t>
            </a:fld>
            <a:endParaRPr lang="en-IN"/>
          </a:p>
        </p:txBody>
      </p:sp>
    </p:spTree>
    <p:extLst>
      <p:ext uri="{BB962C8B-B14F-4D97-AF65-F5344CB8AC3E}">
        <p14:creationId xmlns:p14="http://schemas.microsoft.com/office/powerpoint/2010/main" val="6721727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80109391-44E0-4CB7-BB4A-3DC92FD94A18}" type="datetimeFigureOut">
              <a:rPr lang="en-IN" smtClean="0"/>
              <a:t>25-11-2025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1AF6734-77E8-4547-BCE3-985392C1ADD6}" type="slidenum">
              <a:rPr lang="en-IN" smtClean="0"/>
              <a:t>‹#›</a:t>
            </a:fld>
            <a:endParaRPr lang="en-IN"/>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95401235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80109391-44E0-4CB7-BB4A-3DC92FD94A18}" type="datetimeFigureOut">
              <a:rPr lang="en-IN" smtClean="0"/>
              <a:t>25-11-2025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1AF6734-77E8-4547-BCE3-985392C1ADD6}" type="slidenum">
              <a:rPr lang="en-IN" smtClean="0"/>
              <a:t>‹#›</a:t>
            </a:fld>
            <a:endParaRPr lang="en-IN"/>
          </a:p>
        </p:txBody>
      </p:sp>
    </p:spTree>
    <p:extLst>
      <p:ext uri="{BB962C8B-B14F-4D97-AF65-F5344CB8AC3E}">
        <p14:creationId xmlns:p14="http://schemas.microsoft.com/office/powerpoint/2010/main" val="46647389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80109391-44E0-4CB7-BB4A-3DC92FD94A18}" type="datetimeFigureOut">
              <a:rPr lang="en-IN" smtClean="0"/>
              <a:t>25-11-2025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1AF6734-77E8-4547-BCE3-985392C1ADD6}" type="slidenum">
              <a:rPr lang="en-IN" smtClean="0"/>
              <a:t>‹#›</a:t>
            </a:fld>
            <a:endParaRPr lang="en-IN"/>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92417872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80109391-44E0-4CB7-BB4A-3DC92FD94A18}" type="datetimeFigureOut">
              <a:rPr lang="en-IN" smtClean="0"/>
              <a:t>25-11-2025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1AF6734-77E8-4547-BCE3-985392C1ADD6}" type="slidenum">
              <a:rPr lang="en-IN" smtClean="0"/>
              <a:t>‹#›</a:t>
            </a:fld>
            <a:endParaRPr lang="en-IN"/>
          </a:p>
        </p:txBody>
      </p:sp>
    </p:spTree>
    <p:extLst>
      <p:ext uri="{BB962C8B-B14F-4D97-AF65-F5344CB8AC3E}">
        <p14:creationId xmlns:p14="http://schemas.microsoft.com/office/powerpoint/2010/main" val="358242230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0109391-44E0-4CB7-BB4A-3DC92FD94A18}" type="datetimeFigureOut">
              <a:rPr lang="en-IN" smtClean="0"/>
              <a:t>25-11-2025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1AF6734-77E8-4547-BCE3-985392C1ADD6}" type="slidenum">
              <a:rPr lang="en-IN" smtClean="0"/>
              <a:t>‹#›</a:t>
            </a:fld>
            <a:endParaRPr lang="en-IN"/>
          </a:p>
        </p:txBody>
      </p:sp>
    </p:spTree>
    <p:extLst>
      <p:ext uri="{BB962C8B-B14F-4D97-AF65-F5344CB8AC3E}">
        <p14:creationId xmlns:p14="http://schemas.microsoft.com/office/powerpoint/2010/main" val="221814819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0109391-44E0-4CB7-BB4A-3DC92FD94A18}" type="datetimeFigureOut">
              <a:rPr lang="en-IN" smtClean="0"/>
              <a:t>25-11-2025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1AF6734-77E8-4547-BCE3-985392C1ADD6}" type="slidenum">
              <a:rPr lang="en-IN" smtClean="0"/>
              <a:t>‹#›</a:t>
            </a:fld>
            <a:endParaRPr lang="en-IN"/>
          </a:p>
        </p:txBody>
      </p:sp>
    </p:spTree>
    <p:extLst>
      <p:ext uri="{BB962C8B-B14F-4D97-AF65-F5344CB8AC3E}">
        <p14:creationId xmlns:p14="http://schemas.microsoft.com/office/powerpoint/2010/main" val="124701460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80109391-44E0-4CB7-BB4A-3DC92FD94A18}" type="datetimeFigureOut">
              <a:rPr lang="en-IN" smtClean="0"/>
              <a:t>25-11-2025</a:t>
            </a:fld>
            <a:endParaRPr lang="en-IN"/>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01AF6734-77E8-4547-BCE3-985392C1ADD6}" type="slidenum">
              <a:rPr lang="en-IN" smtClean="0"/>
              <a:t>‹#›</a:t>
            </a:fld>
            <a:endParaRPr lang="en-IN"/>
          </a:p>
        </p:txBody>
      </p:sp>
    </p:spTree>
    <p:extLst>
      <p:ext uri="{BB962C8B-B14F-4D97-AF65-F5344CB8AC3E}">
        <p14:creationId xmlns:p14="http://schemas.microsoft.com/office/powerpoint/2010/main" val="2771865423"/>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 id="2147483684" r:id="rId12"/>
    <p:sldLayoutId id="2147483685" r:id="rId13"/>
    <p:sldLayoutId id="2147483686" r:id="rId14"/>
    <p:sldLayoutId id="2147483687" r:id="rId15"/>
    <p:sldLayoutId id="2147483688"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BBAA45-A600-4C62-ABD1-1879D82E8DBA}"/>
              </a:ext>
            </a:extLst>
          </p:cNvPr>
          <p:cNvSpPr>
            <a:spLocks noGrp="1"/>
          </p:cNvSpPr>
          <p:nvPr>
            <p:ph type="ctrTitle"/>
          </p:nvPr>
        </p:nvSpPr>
        <p:spPr/>
        <p:txBody>
          <a:bodyPr/>
          <a:lstStyle/>
          <a:p>
            <a:pPr algn="ctr"/>
            <a:r>
              <a:rPr lang="en-US" dirty="0"/>
              <a:t>Shop Billing Website</a:t>
            </a:r>
            <a:endParaRPr lang="en-IN" dirty="0"/>
          </a:p>
        </p:txBody>
      </p:sp>
      <p:sp>
        <p:nvSpPr>
          <p:cNvPr id="3" name="Subtitle 2">
            <a:extLst>
              <a:ext uri="{FF2B5EF4-FFF2-40B4-BE49-F238E27FC236}">
                <a16:creationId xmlns:a16="http://schemas.microsoft.com/office/drawing/2014/main" id="{F250AA64-99D3-48F1-96CE-95D82DF0F784}"/>
              </a:ext>
            </a:extLst>
          </p:cNvPr>
          <p:cNvSpPr>
            <a:spLocks noGrp="1"/>
          </p:cNvSpPr>
          <p:nvPr>
            <p:ph type="subTitle" idx="1"/>
          </p:nvPr>
        </p:nvSpPr>
        <p:spPr>
          <a:xfrm>
            <a:off x="1507067" y="1856084"/>
            <a:ext cx="7766936" cy="1096899"/>
          </a:xfrm>
        </p:spPr>
        <p:txBody>
          <a:bodyPr>
            <a:normAutofit/>
          </a:bodyPr>
          <a:lstStyle/>
          <a:p>
            <a:pPr algn="l"/>
            <a:r>
              <a:rPr lang="en-US" sz="4400" dirty="0"/>
              <a:t>Project Title</a:t>
            </a:r>
            <a:endParaRPr lang="en-IN" sz="4400" dirty="0"/>
          </a:p>
        </p:txBody>
      </p:sp>
    </p:spTree>
    <p:extLst>
      <p:ext uri="{BB962C8B-B14F-4D97-AF65-F5344CB8AC3E}">
        <p14:creationId xmlns:p14="http://schemas.microsoft.com/office/powerpoint/2010/main" val="266861044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22E859-B2AA-4CD9-B2A4-DA3FA802FFA8}"/>
              </a:ext>
            </a:extLst>
          </p:cNvPr>
          <p:cNvSpPr>
            <a:spLocks noGrp="1"/>
          </p:cNvSpPr>
          <p:nvPr>
            <p:ph type="title"/>
          </p:nvPr>
        </p:nvSpPr>
        <p:spPr>
          <a:xfrm>
            <a:off x="677334" y="609600"/>
            <a:ext cx="8596668" cy="3271658"/>
          </a:xfrm>
        </p:spPr>
        <p:txBody>
          <a:bodyPr>
            <a:normAutofit/>
          </a:bodyPr>
          <a:lstStyle/>
          <a:p>
            <a:r>
              <a:rPr lang="en-US" dirty="0"/>
              <a:t>Name- Darshan Pancholi</a:t>
            </a:r>
            <a:br>
              <a:rPr lang="en-US" dirty="0"/>
            </a:br>
            <a:r>
              <a:rPr lang="en-US" dirty="0" err="1"/>
              <a:t>Dipartment</a:t>
            </a:r>
            <a:r>
              <a:rPr lang="en-US" dirty="0"/>
              <a:t> – diploma IT</a:t>
            </a:r>
            <a:br>
              <a:rPr lang="en-US" dirty="0"/>
            </a:br>
            <a:r>
              <a:rPr lang="en-US" dirty="0"/>
              <a:t>Section –B</a:t>
            </a:r>
            <a:br>
              <a:rPr lang="en-US" dirty="0"/>
            </a:br>
            <a:r>
              <a:rPr lang="en-US" dirty="0"/>
              <a:t>Enrollment number -24C15034</a:t>
            </a:r>
            <a:endParaRPr lang="en-IN" dirty="0"/>
          </a:p>
        </p:txBody>
      </p:sp>
      <p:sp>
        <p:nvSpPr>
          <p:cNvPr id="3" name="Content Placeholder 2">
            <a:extLst>
              <a:ext uri="{FF2B5EF4-FFF2-40B4-BE49-F238E27FC236}">
                <a16:creationId xmlns:a16="http://schemas.microsoft.com/office/drawing/2014/main" id="{0059AC67-9D5C-4002-BFE0-2688C06EA1A7}"/>
              </a:ext>
            </a:extLst>
          </p:cNvPr>
          <p:cNvSpPr>
            <a:spLocks noGrp="1"/>
          </p:cNvSpPr>
          <p:nvPr>
            <p:ph idx="1"/>
          </p:nvPr>
        </p:nvSpPr>
        <p:spPr>
          <a:xfrm flipV="1">
            <a:off x="0" y="5922093"/>
            <a:ext cx="8596668" cy="54638"/>
          </a:xfrm>
        </p:spPr>
        <p:txBody>
          <a:bodyPr>
            <a:normAutofit fontScale="25000" lnSpcReduction="20000"/>
          </a:bodyPr>
          <a:lstStyle/>
          <a:p>
            <a:endParaRPr lang="en-IN" dirty="0"/>
          </a:p>
        </p:txBody>
      </p:sp>
    </p:spTree>
    <p:extLst>
      <p:ext uri="{BB962C8B-B14F-4D97-AF65-F5344CB8AC3E}">
        <p14:creationId xmlns:p14="http://schemas.microsoft.com/office/powerpoint/2010/main" val="315809039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74EC49-465F-4963-BC01-5F72322F2C2C}"/>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A17205D8-8169-4817-B75C-BB9882BEA631}"/>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10818" y="503584"/>
            <a:ext cx="8971722" cy="5538442"/>
          </a:xfrm>
        </p:spPr>
      </p:pic>
    </p:spTree>
    <p:extLst>
      <p:ext uri="{BB962C8B-B14F-4D97-AF65-F5344CB8AC3E}">
        <p14:creationId xmlns:p14="http://schemas.microsoft.com/office/powerpoint/2010/main" val="220601734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E4B86A-B546-4C51-99A6-196FE23DA964}"/>
              </a:ext>
            </a:extLst>
          </p:cNvPr>
          <p:cNvSpPr>
            <a:spLocks noGrp="1"/>
          </p:cNvSpPr>
          <p:nvPr>
            <p:ph type="title"/>
          </p:nvPr>
        </p:nvSpPr>
        <p:spPr/>
        <p:txBody>
          <a:bodyPr/>
          <a:lstStyle/>
          <a:p>
            <a:r>
              <a:rPr lang="en-IN" dirty="0"/>
              <a:t>Project Description</a:t>
            </a:r>
          </a:p>
        </p:txBody>
      </p:sp>
      <p:sp>
        <p:nvSpPr>
          <p:cNvPr id="3" name="Content Placeholder 2">
            <a:extLst>
              <a:ext uri="{FF2B5EF4-FFF2-40B4-BE49-F238E27FC236}">
                <a16:creationId xmlns:a16="http://schemas.microsoft.com/office/drawing/2014/main" id="{5F564337-C4E8-444B-8B0E-14E6FE13D872}"/>
              </a:ext>
            </a:extLst>
          </p:cNvPr>
          <p:cNvSpPr>
            <a:spLocks noGrp="1"/>
          </p:cNvSpPr>
          <p:nvPr>
            <p:ph idx="1"/>
          </p:nvPr>
        </p:nvSpPr>
        <p:spPr/>
        <p:txBody>
          <a:bodyPr/>
          <a:lstStyle/>
          <a:p>
            <a:r>
              <a:rPr lang="en-US" dirty="0"/>
              <a:t>The </a:t>
            </a:r>
            <a:r>
              <a:rPr lang="en-US" b="1" dirty="0"/>
              <a:t>Shop Billing System</a:t>
            </a:r>
            <a:r>
              <a:rPr lang="en-US" dirty="0"/>
              <a:t> is a simple web-based application designed to help small shops manage customer bills efficiently. It allows the user to add products, calculate totals automatically, generate invoices, and store billing records. The system improves accuracy and saves time compared to manual billing.</a:t>
            </a:r>
            <a:endParaRPr lang="en-IN" dirty="0"/>
          </a:p>
        </p:txBody>
      </p:sp>
    </p:spTree>
    <p:extLst>
      <p:ext uri="{BB962C8B-B14F-4D97-AF65-F5344CB8AC3E}">
        <p14:creationId xmlns:p14="http://schemas.microsoft.com/office/powerpoint/2010/main" val="204124197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2AD657-BB49-47FF-BA3A-C05F69E1B08F}"/>
              </a:ext>
            </a:extLst>
          </p:cNvPr>
          <p:cNvSpPr>
            <a:spLocks noGrp="1"/>
          </p:cNvSpPr>
          <p:nvPr>
            <p:ph type="title"/>
          </p:nvPr>
        </p:nvSpPr>
        <p:spPr/>
        <p:txBody>
          <a:bodyPr/>
          <a:lstStyle/>
          <a:p>
            <a:r>
              <a:rPr lang="en-IN" dirty="0"/>
              <a:t>Scope of the Project </a:t>
            </a:r>
          </a:p>
        </p:txBody>
      </p:sp>
      <p:sp>
        <p:nvSpPr>
          <p:cNvPr id="4" name="Rectangle 1">
            <a:extLst>
              <a:ext uri="{FF2B5EF4-FFF2-40B4-BE49-F238E27FC236}">
                <a16:creationId xmlns:a16="http://schemas.microsoft.com/office/drawing/2014/main" id="{7FD79485-7FF5-4F6A-81ED-EBB1631D2A61}"/>
              </a:ext>
            </a:extLst>
          </p:cNvPr>
          <p:cNvSpPr>
            <a:spLocks noGrp="1" noChangeArrowheads="1"/>
          </p:cNvSpPr>
          <p:nvPr>
            <p:ph idx="1"/>
          </p:nvPr>
        </p:nvSpPr>
        <p:spPr bwMode="auto">
          <a:xfrm>
            <a:off x="677334" y="1511281"/>
            <a:ext cx="10536026" cy="34163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Used for small to medium shops for daily billing</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4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Handles product entry, price calculation, and final bill generation</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4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Reduces human error and speeds up checkout process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4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Can be expanded with inventory, GST, PDF bill export, or customer records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4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Works on any device with a web browser</a:t>
            </a:r>
          </a:p>
        </p:txBody>
      </p:sp>
    </p:spTree>
    <p:extLst>
      <p:ext uri="{BB962C8B-B14F-4D97-AF65-F5344CB8AC3E}">
        <p14:creationId xmlns:p14="http://schemas.microsoft.com/office/powerpoint/2010/main" val="1042808452"/>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docProps/app.xml><?xml version="1.0" encoding="utf-8"?>
<Properties xmlns="http://schemas.openxmlformats.org/officeDocument/2006/extended-properties" xmlns:vt="http://schemas.openxmlformats.org/officeDocument/2006/docPropsVTypes">
  <Template>Facet</Template>
  <TotalTime>5</TotalTime>
  <Words>130</Words>
  <Application>Microsoft Office PowerPoint</Application>
  <PresentationFormat>Widescreen</PresentationFormat>
  <Paragraphs>15</Paragraphs>
  <Slides>5</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5</vt:i4>
      </vt:variant>
    </vt:vector>
  </HeadingPairs>
  <TitlesOfParts>
    <vt:vector size="9" baseType="lpstr">
      <vt:lpstr>Arial</vt:lpstr>
      <vt:lpstr>Trebuchet MS</vt:lpstr>
      <vt:lpstr>Wingdings 3</vt:lpstr>
      <vt:lpstr>Facet</vt:lpstr>
      <vt:lpstr>Shop Billing Website</vt:lpstr>
      <vt:lpstr>Name- Darshan Pancholi Dipartment – diploma IT Section –B Enrollment number -24C15034</vt:lpstr>
      <vt:lpstr>PowerPoint Presentation</vt:lpstr>
      <vt:lpstr>Project Description</vt:lpstr>
      <vt:lpstr>Scope of the Project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Shop Billing Website</dc:title>
  <dc:creator>ADMIN</dc:creator>
  <cp:lastModifiedBy>ADMIN</cp:lastModifiedBy>
  <cp:revision>1</cp:revision>
  <dcterms:created xsi:type="dcterms:W3CDTF">2025-11-25T04:35:35Z</dcterms:created>
  <dcterms:modified xsi:type="dcterms:W3CDTF">2025-11-25T04:41:20Z</dcterms:modified>
</cp:coreProperties>
</file>